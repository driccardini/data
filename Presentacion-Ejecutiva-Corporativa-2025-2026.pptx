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Estrategia Datos &amp; Demanda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Área Demanda &amp; Datos</a:t>
            </a:r>
          </a:p>
          <a:p>
            <a:r>
              <a:t>Presentación Corporativa para Dirección</a:t>
            </a:r>
          </a:p>
          <a:p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Logros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Resultados 2025 y métricas clave</a:t>
            </a:r>
          </a:p>
          <a:p>
            <a:pPr/>
            <a:r>
              <a:t>Impacto transversal por áreas de negocio</a:t>
            </a:r>
          </a:p>
          <a:p>
            <a:pPr/>
            <a:r>
              <a:t>Avance de transformación tecnológica</a:t>
            </a:r>
          </a:p>
          <a:p>
            <a:pPr/>
            <a:r>
              <a:t>Aplicación de Inteligencia Artificial</a:t>
            </a:r>
          </a:p>
          <a:p>
            <a:pPr/>
            <a:r>
              <a:t>Prioridades y decisiones para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2025: Desempeño Consolidado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35 proyectos completados con impacto operativo</a:t>
            </a:r>
          </a:p>
          <a:p>
            <a:pPr/>
            <a:r>
              <a:t>8 iniciativas estratégicas en ejecución</a:t>
            </a:r>
          </a:p>
          <a:p>
            <a:pPr/>
            <a:r>
              <a:t>+20 tableros manuales automatizados sobre un scope de 120</a:t>
            </a:r>
          </a:p>
          <a:p>
            <a:pPr/>
            <a:r>
              <a:t>10 licencias optimizadas con reducción de costos</a:t>
            </a:r>
          </a:p>
          <a:p>
            <a:pPr/>
            <a:r>
              <a:t>Consolidación del área como habilitador estratégico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por Área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Administración y Finanzas: automatización de procesos críticos</a:t>
            </a:r>
          </a:p>
          <a:p>
            <a:pPr/>
            <a:r>
              <a:t>Integraciones bancarias y tableros de control financiero</a:t>
            </a:r>
          </a:p>
          <a:p>
            <a:pPr/>
            <a:r>
              <a:t>Mejoras en trazabilidad y tiempos de respuesta operativa</a:t>
            </a:r>
          </a:p>
          <a:p>
            <a:pPr/>
            <a:r>
              <a:t>Estandarización de prácticas de datos para decisiones de gestión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Transformación de Infraestructura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Modernización integral de la base tecnológica</a:t>
            </a:r>
          </a:p>
          <a:p>
            <a:pPr/>
            <a:r>
              <a:t>Escalabilidad futura y mayor resiliencia operativa</a:t>
            </a:r>
          </a:p>
          <a:p>
            <a:pPr/>
            <a:r>
              <a:t>Optimización de costos de infraestructura y licenciamiento</a:t>
            </a:r>
          </a:p>
          <a:p>
            <a:pPr/>
            <a:r>
              <a:t>Base preparada para automatización avanzada e 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Cartera en Progreso: 8 Iniciativas Estratégicas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Foco en cierre de brechas operativas de alto impacto</a:t>
            </a:r>
          </a:p>
          <a:p>
            <a:pPr/>
            <a:r>
              <a:t>Automatización de procesos manuales recurrentes</a:t>
            </a:r>
          </a:p>
          <a:p>
            <a:pPr/>
            <a:r>
              <a:t>Priorización de quick wins con retorno medible</a:t>
            </a:r>
          </a:p>
          <a:p>
            <a:pPr/>
            <a:r>
              <a:t>Gobernanza activa para asegurar ejecución en plazo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Inteligencia Artificial Aplicada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IA para priorización de demanda y análisis de oportunidades</a:t>
            </a:r>
          </a:p>
          <a:p>
            <a:pPr/>
            <a:r>
              <a:t>Asistencia en generación de reportes ejecutivos</a:t>
            </a:r>
          </a:p>
          <a:p>
            <a:pPr/>
            <a:r>
              <a:t>Aceleración de ciclos de análisis y toma de decisiones</a:t>
            </a:r>
          </a:p>
          <a:p>
            <a:pPr/>
            <a:r>
              <a:t>Plan 2026: ampliar casos de uso con foco en productividad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Clave y Mitigación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Riesgo de sobrecarga de cartera: priorización trimestral</a:t>
            </a:r>
          </a:p>
          <a:p>
            <a:pPr/>
            <a:r>
              <a:t>Dependencias técnicas: planificación de capacidad</a:t>
            </a:r>
          </a:p>
          <a:p>
            <a:pPr/>
            <a:r>
              <a:t>Adopción de nuevas herramientas: gestión del cambio</a:t>
            </a:r>
          </a:p>
          <a:p>
            <a:pPr/>
            <a:r>
              <a:t>Seguimiento ejecutivo mensual con KPIs acordados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Q2: cierre de iniciativas críticas y estabilización</a:t>
            </a:r>
          </a:p>
          <a:p>
            <a:pPr/>
            <a:r>
              <a:t>Q3: escalamiento de automatización e IA en procesos core</a:t>
            </a:r>
          </a:p>
          <a:p>
            <a:pPr/>
            <a:r>
              <a:t>Q4: consolidación de beneficios y estandarización regional</a:t>
            </a:r>
          </a:p>
          <a:p>
            <a:pPr/>
            <a:r>
              <a:t>Meta anual: mayor eficiencia, control y velocidad de ejecución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Solicitadas a Dirección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Validar las 3 prioridades estratégicas del próximo trimestre</a:t>
            </a:r>
          </a:p>
          <a:p>
            <a:pPr/>
            <a:r>
              <a:t>Asignar sponsors ejecutivos por iniciativa priorizada</a:t>
            </a:r>
          </a:p>
          <a:p>
            <a:pPr/>
            <a:r>
              <a:t>Aprobar esquema de seguimiento mensual con tablero único</a:t>
            </a:r>
          </a:p>
          <a:p>
            <a:pPr/>
            <a:r>
              <a:t>Confirmar objetivos de impacto para cierre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